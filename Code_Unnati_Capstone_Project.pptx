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6"/>
  </p:notesMasterIdLst>
  <p:sldIdLst>
    <p:sldId id="292" r:id="rId5"/>
    <p:sldId id="257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42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40" userDrawn="1">
          <p15:clr>
            <a:srgbClr val="A4A3A4"/>
          </p15:clr>
        </p15:guide>
        <p15:guide id="2" pos="144" userDrawn="1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47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1910"/>
    <a:srgbClr val="223366"/>
    <a:srgbClr val="0000FF"/>
    <a:srgbClr val="0000A8"/>
    <a:srgbClr val="FFD5D5"/>
    <a:srgbClr val="DD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BF2175-A3F1-4250-80B6-C28E43C5A676}" v="32" dt="2025-03-29T06:22:41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80" y="44"/>
      </p:cViewPr>
      <p:guideLst>
        <p:guide orient="horz" pos="540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4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ay Kumar" userId="18dd9cb4e7a2d926" providerId="LiveId" clId="{7C8A36DD-132E-4636-A288-9E3250DF2BFF}"/>
    <pc:docChg chg="undo redo custSel modSld">
      <pc:chgData name="Ajay Kumar" userId="18dd9cb4e7a2d926" providerId="LiveId" clId="{7C8A36DD-132E-4636-A288-9E3250DF2BFF}" dt="2025-03-28T15:37:08.682" v="710" actId="1036"/>
      <pc:docMkLst>
        <pc:docMk/>
      </pc:docMkLst>
      <pc:sldChg chg="modSp mod">
        <pc:chgData name="Ajay Kumar" userId="18dd9cb4e7a2d926" providerId="LiveId" clId="{7C8A36DD-132E-4636-A288-9E3250DF2BFF}" dt="2025-03-28T15:36:44.417" v="644" actId="2710"/>
        <pc:sldMkLst>
          <pc:docMk/>
          <pc:sldMk cId="0" sldId="257"/>
        </pc:sldMkLst>
        <pc:spChg chg="mod">
          <ac:chgData name="Ajay Kumar" userId="18dd9cb4e7a2d926" providerId="LiveId" clId="{7C8A36DD-132E-4636-A288-9E3250DF2BFF}" dt="2025-03-28T15:36:44.417" v="644" actId="2710"/>
          <ac:spMkLst>
            <pc:docMk/>
            <pc:sldMk cId="0" sldId="257"/>
            <ac:spMk id="6" creationId="{2C2DB4A5-624B-CADA-0A3F-8AADD412BC0C}"/>
          </ac:spMkLst>
        </pc:spChg>
      </pc:sldChg>
      <pc:sldChg chg="addSp modSp mod">
        <pc:chgData name="Ajay Kumar" userId="18dd9cb4e7a2d926" providerId="LiveId" clId="{7C8A36DD-132E-4636-A288-9E3250DF2BFF}" dt="2025-03-28T15:37:08.682" v="710" actId="1036"/>
        <pc:sldMkLst>
          <pc:docMk/>
          <pc:sldMk cId="0" sldId="292"/>
        </pc:sldMkLst>
        <pc:spChg chg="mod">
          <ac:chgData name="Ajay Kumar" userId="18dd9cb4e7a2d926" providerId="LiveId" clId="{7C8A36DD-132E-4636-A288-9E3250DF2BFF}" dt="2025-03-28T15:37:08.682" v="710" actId="1036"/>
          <ac:spMkLst>
            <pc:docMk/>
            <pc:sldMk cId="0" sldId="292"/>
            <ac:spMk id="2" creationId="{4E88EE61-2242-CA77-5668-E4432A881B62}"/>
          </ac:spMkLst>
        </pc:spChg>
        <pc:spChg chg="mod">
          <ac:chgData name="Ajay Kumar" userId="18dd9cb4e7a2d926" providerId="LiveId" clId="{7C8A36DD-132E-4636-A288-9E3250DF2BFF}" dt="2025-03-28T15:36:25.688" v="638" actId="20577"/>
          <ac:spMkLst>
            <pc:docMk/>
            <pc:sldMk cId="0" sldId="292"/>
            <ac:spMk id="3" creationId="{959AF03D-E09B-15F2-07A9-2C739F36A481}"/>
          </ac:spMkLst>
        </pc:spChg>
        <pc:spChg chg="mod">
          <ac:chgData name="Ajay Kumar" userId="18dd9cb4e7a2d926" providerId="LiveId" clId="{7C8A36DD-132E-4636-A288-9E3250DF2BFF}" dt="2025-03-28T15:35:51.823" v="637" actId="1035"/>
          <ac:spMkLst>
            <pc:docMk/>
            <pc:sldMk cId="0" sldId="292"/>
            <ac:spMk id="10" creationId="{813F2107-8C2D-9CA4-CD8E-ECCCD7EBECC8}"/>
          </ac:spMkLst>
        </pc:spChg>
        <pc:spChg chg="mod">
          <ac:chgData name="Ajay Kumar" userId="18dd9cb4e7a2d926" providerId="LiveId" clId="{7C8A36DD-132E-4636-A288-9E3250DF2BFF}" dt="2025-03-28T15:34:48.970" v="554" actId="1076"/>
          <ac:spMkLst>
            <pc:docMk/>
            <pc:sldMk cId="0" sldId="292"/>
            <ac:spMk id="11" creationId="{B750B900-7CF4-4E3A-B3A5-521E18CC1138}"/>
          </ac:spMkLst>
        </pc:spChg>
        <pc:spChg chg="mod">
          <ac:chgData name="Ajay Kumar" userId="18dd9cb4e7a2d926" providerId="LiveId" clId="{7C8A36DD-132E-4636-A288-9E3250DF2BFF}" dt="2025-03-28T15:31:56.639" v="339" actId="164"/>
          <ac:spMkLst>
            <pc:docMk/>
            <pc:sldMk cId="0" sldId="292"/>
            <ac:spMk id="16" creationId="{5560471F-132C-DC05-DF57-C57BF5F94F99}"/>
          </ac:spMkLst>
        </pc:spChg>
        <pc:grpChg chg="add mod">
          <ac:chgData name="Ajay Kumar" userId="18dd9cb4e7a2d926" providerId="LiveId" clId="{7C8A36DD-132E-4636-A288-9E3250DF2BFF}" dt="2025-03-28T15:32:22.346" v="397" actId="164"/>
          <ac:grpSpMkLst>
            <pc:docMk/>
            <pc:sldMk cId="0" sldId="292"/>
            <ac:grpSpMk id="4" creationId="{92D3D00A-F69C-5A1D-D871-D5F5146CB685}"/>
          </ac:grpSpMkLst>
        </pc:grpChg>
        <pc:grpChg chg="add mod">
          <ac:chgData name="Ajay Kumar" userId="18dd9cb4e7a2d926" providerId="LiveId" clId="{7C8A36DD-132E-4636-A288-9E3250DF2BFF}" dt="2025-03-28T15:35:30.361" v="616" actId="1035"/>
          <ac:grpSpMkLst>
            <pc:docMk/>
            <pc:sldMk cId="0" sldId="292"/>
            <ac:grpSpMk id="5" creationId="{8B3729CB-621B-55B7-7CCB-8857F22D8E2D}"/>
          </ac:grpSpMkLst>
        </pc:grpChg>
        <pc:picChg chg="mod">
          <ac:chgData name="Ajay Kumar" userId="18dd9cb4e7a2d926" providerId="LiveId" clId="{7C8A36DD-132E-4636-A288-9E3250DF2BFF}" dt="2025-03-28T15:31:56.639" v="339" actId="164"/>
          <ac:picMkLst>
            <pc:docMk/>
            <pc:sldMk cId="0" sldId="292"/>
            <ac:picMk id="7" creationId="{4E9B16EB-4021-3DAD-87D7-8AADDA33F175}"/>
          </ac:picMkLst>
        </pc:picChg>
        <pc:picChg chg="mod">
          <ac:chgData name="Ajay Kumar" userId="18dd9cb4e7a2d926" providerId="LiveId" clId="{7C8A36DD-132E-4636-A288-9E3250DF2BFF}" dt="2025-03-28T15:31:56.639" v="339" actId="164"/>
          <ac:picMkLst>
            <pc:docMk/>
            <pc:sldMk cId="0" sldId="292"/>
            <ac:picMk id="9" creationId="{600553CE-6B63-17CC-854E-76FF40B12CCD}"/>
          </ac:picMkLst>
        </pc:picChg>
        <pc:picChg chg="mod">
          <ac:chgData name="Ajay Kumar" userId="18dd9cb4e7a2d926" providerId="LiveId" clId="{7C8A36DD-132E-4636-A288-9E3250DF2BFF}" dt="2025-03-28T15:36:59.568" v="661" actId="1038"/>
          <ac:picMkLst>
            <pc:docMk/>
            <pc:sldMk cId="0" sldId="292"/>
            <ac:picMk id="14" creationId="{007EE478-C686-BEE8-D55A-706CA7E7474C}"/>
          </ac:picMkLst>
        </pc:picChg>
        <pc:picChg chg="mod">
          <ac:chgData name="Ajay Kumar" userId="18dd9cb4e7a2d926" providerId="LiveId" clId="{7C8A36DD-132E-4636-A288-9E3250DF2BFF}" dt="2025-03-28T15:31:56.639" v="339" actId="164"/>
          <ac:picMkLst>
            <pc:docMk/>
            <pc:sldMk cId="0" sldId="292"/>
            <ac:picMk id="17" creationId="{7F1DD211-B5CE-B07E-185D-B2D660A88249}"/>
          </ac:picMkLst>
        </pc:picChg>
        <pc:cxnChg chg="mod">
          <ac:chgData name="Ajay Kumar" userId="18dd9cb4e7a2d926" providerId="LiveId" clId="{7C8A36DD-132E-4636-A288-9E3250DF2BFF}" dt="2025-03-28T15:32:22.346" v="397" actId="164"/>
          <ac:cxnSpMkLst>
            <pc:docMk/>
            <pc:sldMk cId="0" sldId="292"/>
            <ac:cxnSpMk id="12" creationId="{3AE5AE47-CF4D-55BD-80ED-4ABE05325878}"/>
          </ac:cxnSpMkLst>
        </pc:cxnChg>
        <pc:cxnChg chg="mod">
          <ac:chgData name="Ajay Kumar" userId="18dd9cb4e7a2d926" providerId="LiveId" clId="{7C8A36DD-132E-4636-A288-9E3250DF2BFF}" dt="2025-03-28T15:32:22.346" v="397" actId="164"/>
          <ac:cxnSpMkLst>
            <pc:docMk/>
            <pc:sldMk cId="0" sldId="292"/>
            <ac:cxnSpMk id="13" creationId="{8EE501B5-345A-EB93-5880-D723D37DD07C}"/>
          </ac:cxnSpMkLst>
        </pc:cxnChg>
      </pc:sldChg>
      <pc:sldChg chg="modSp mod">
        <pc:chgData name="Ajay Kumar" userId="18dd9cb4e7a2d926" providerId="LiveId" clId="{7C8A36DD-132E-4636-A288-9E3250DF2BFF}" dt="2025-03-28T15:31:43.667" v="336" actId="403"/>
        <pc:sldMkLst>
          <pc:docMk/>
          <pc:sldMk cId="3257701884" sldId="342"/>
        </pc:sldMkLst>
        <pc:spChg chg="mod">
          <ac:chgData name="Ajay Kumar" userId="18dd9cb4e7a2d926" providerId="LiveId" clId="{7C8A36DD-132E-4636-A288-9E3250DF2BFF}" dt="2025-03-28T15:31:43.667" v="336" actId="403"/>
          <ac:spMkLst>
            <pc:docMk/>
            <pc:sldMk cId="3257701884" sldId="342"/>
            <ac:spMk id="17" creationId="{B371653C-5A59-55AF-7592-1B7D2CA0BEA9}"/>
          </ac:spMkLst>
        </pc:spChg>
      </pc:sldChg>
      <pc:sldChg chg="modSp mod">
        <pc:chgData name="Ajay Kumar" userId="18dd9cb4e7a2d926" providerId="LiveId" clId="{7C8A36DD-132E-4636-A288-9E3250DF2BFF}" dt="2025-03-28T15:29:12.639" v="177" actId="1035"/>
        <pc:sldMkLst>
          <pc:docMk/>
          <pc:sldMk cId="1607993694" sldId="343"/>
        </pc:sldMkLst>
        <pc:spChg chg="mod">
          <ac:chgData name="Ajay Kumar" userId="18dd9cb4e7a2d926" providerId="LiveId" clId="{7C8A36DD-132E-4636-A288-9E3250DF2BFF}" dt="2025-03-28T15:29:12.639" v="177" actId="1035"/>
          <ac:spMkLst>
            <pc:docMk/>
            <pc:sldMk cId="1607993694" sldId="343"/>
            <ac:spMk id="2" creationId="{950217F7-783A-0130-AC64-D67FD8FDBEB2}"/>
          </ac:spMkLst>
        </pc:spChg>
      </pc:sldChg>
      <pc:sldChg chg="modSp mod">
        <pc:chgData name="Ajay Kumar" userId="18dd9cb4e7a2d926" providerId="LiveId" clId="{7C8A36DD-132E-4636-A288-9E3250DF2BFF}" dt="2025-03-28T15:29:23.819" v="184" actId="1035"/>
        <pc:sldMkLst>
          <pc:docMk/>
          <pc:sldMk cId="3764415495" sldId="344"/>
        </pc:sldMkLst>
        <pc:spChg chg="mod">
          <ac:chgData name="Ajay Kumar" userId="18dd9cb4e7a2d926" providerId="LiveId" clId="{7C8A36DD-132E-4636-A288-9E3250DF2BFF}" dt="2025-03-28T15:29:23.819" v="184" actId="1035"/>
          <ac:spMkLst>
            <pc:docMk/>
            <pc:sldMk cId="3764415495" sldId="344"/>
            <ac:spMk id="3" creationId="{52940C5D-3E5D-735E-F8BE-C93B64B37767}"/>
          </ac:spMkLst>
        </pc:spChg>
      </pc:sldChg>
      <pc:sldChg chg="modSp mod">
        <pc:chgData name="Ajay Kumar" userId="18dd9cb4e7a2d926" providerId="LiveId" clId="{7C8A36DD-132E-4636-A288-9E3250DF2BFF}" dt="2025-03-28T15:27:30.907" v="139" actId="1036"/>
        <pc:sldMkLst>
          <pc:docMk/>
          <pc:sldMk cId="1119326800" sldId="345"/>
        </pc:sldMkLst>
        <pc:spChg chg="mod">
          <ac:chgData name="Ajay Kumar" userId="18dd9cb4e7a2d926" providerId="LiveId" clId="{7C8A36DD-132E-4636-A288-9E3250DF2BFF}" dt="2025-03-28T15:27:30.907" v="139" actId="1036"/>
          <ac:spMkLst>
            <pc:docMk/>
            <pc:sldMk cId="1119326800" sldId="345"/>
            <ac:spMk id="2" creationId="{40388B21-A90B-AC9A-A108-C5BB3F180A02}"/>
          </ac:spMkLst>
        </pc:spChg>
      </pc:sldChg>
      <pc:sldChg chg="modSp mod">
        <pc:chgData name="Ajay Kumar" userId="18dd9cb4e7a2d926" providerId="LiveId" clId="{7C8A36DD-132E-4636-A288-9E3250DF2BFF}" dt="2025-03-28T15:29:00.367" v="169" actId="1035"/>
        <pc:sldMkLst>
          <pc:docMk/>
          <pc:sldMk cId="3874308821" sldId="346"/>
        </pc:sldMkLst>
        <pc:spChg chg="mod">
          <ac:chgData name="Ajay Kumar" userId="18dd9cb4e7a2d926" providerId="LiveId" clId="{7C8A36DD-132E-4636-A288-9E3250DF2BFF}" dt="2025-03-28T15:29:00.367" v="169" actId="1035"/>
          <ac:spMkLst>
            <pc:docMk/>
            <pc:sldMk cId="3874308821" sldId="346"/>
            <ac:spMk id="2" creationId="{3C47E7B8-2AB5-7FFC-7360-808E5D2DC756}"/>
          </ac:spMkLst>
        </pc:spChg>
      </pc:sldChg>
      <pc:sldChg chg="addSp delSp modSp mod">
        <pc:chgData name="Ajay Kumar" userId="18dd9cb4e7a2d926" providerId="LiveId" clId="{7C8A36DD-132E-4636-A288-9E3250DF2BFF}" dt="2025-03-28T15:29:49.727" v="193" actId="1035"/>
        <pc:sldMkLst>
          <pc:docMk/>
          <pc:sldMk cId="2016077986" sldId="348"/>
        </pc:sldMkLst>
        <pc:spChg chg="add mod">
          <ac:chgData name="Ajay Kumar" userId="18dd9cb4e7a2d926" providerId="LiveId" clId="{7C8A36DD-132E-4636-A288-9E3250DF2BFF}" dt="2025-03-28T15:29:49.727" v="193" actId="1035"/>
          <ac:spMkLst>
            <pc:docMk/>
            <pc:sldMk cId="2016077986" sldId="348"/>
            <ac:spMk id="3" creationId="{7676431C-C4C1-6A24-618A-9A5E49C23987}"/>
          </ac:spMkLst>
        </pc:spChg>
      </pc:sldChg>
      <pc:sldChg chg="addSp modSp mod">
        <pc:chgData name="Ajay Kumar" userId="18dd9cb4e7a2d926" providerId="LiveId" clId="{7C8A36DD-132E-4636-A288-9E3250DF2BFF}" dt="2025-03-28T15:30:18.716" v="230" actId="1036"/>
        <pc:sldMkLst>
          <pc:docMk/>
          <pc:sldMk cId="1730388232" sldId="349"/>
        </pc:sldMkLst>
        <pc:spChg chg="add mod">
          <ac:chgData name="Ajay Kumar" userId="18dd9cb4e7a2d926" providerId="LiveId" clId="{7C8A36DD-132E-4636-A288-9E3250DF2BFF}" dt="2025-03-28T15:30:18.716" v="230" actId="1036"/>
          <ac:spMkLst>
            <pc:docMk/>
            <pc:sldMk cId="1730388232" sldId="349"/>
            <ac:spMk id="2" creationId="{A222E5CD-0A4B-6821-98FB-F39861B7F0B7}"/>
          </ac:spMkLst>
        </pc:spChg>
      </pc:sldChg>
      <pc:sldChg chg="addSp modSp mod">
        <pc:chgData name="Ajay Kumar" userId="18dd9cb4e7a2d926" providerId="LiveId" clId="{7C8A36DD-132E-4636-A288-9E3250DF2BFF}" dt="2025-03-28T15:31:03.221" v="275" actId="1036"/>
        <pc:sldMkLst>
          <pc:docMk/>
          <pc:sldMk cId="2733696401" sldId="350"/>
        </pc:sldMkLst>
        <pc:spChg chg="add mod">
          <ac:chgData name="Ajay Kumar" userId="18dd9cb4e7a2d926" providerId="LiveId" clId="{7C8A36DD-132E-4636-A288-9E3250DF2BFF}" dt="2025-03-28T15:31:03.221" v="275" actId="1036"/>
          <ac:spMkLst>
            <pc:docMk/>
            <pc:sldMk cId="2733696401" sldId="350"/>
            <ac:spMk id="2" creationId="{AED2E015-27CB-26AD-DA5B-5CEDC3D1B57B}"/>
          </ac:spMkLst>
        </pc:spChg>
      </pc:sldChg>
    </pc:docChg>
  </pc:docChgLst>
  <pc:docChgLst>
    <pc:chgData name="Ajay Kumar" userId="18dd9cb4e7a2d926" providerId="LiveId" clId="{DFBF2175-A3F1-4250-80B6-C28E43C5A676}"/>
    <pc:docChg chg="undo redo custSel modSld">
      <pc:chgData name="Ajay Kumar" userId="18dd9cb4e7a2d926" providerId="LiveId" clId="{DFBF2175-A3F1-4250-80B6-C28E43C5A676}" dt="2025-04-04T05:48:19.548" v="1102" actId="20577"/>
      <pc:docMkLst>
        <pc:docMk/>
      </pc:docMkLst>
      <pc:sldChg chg="modSp mod">
        <pc:chgData name="Ajay Kumar" userId="18dd9cb4e7a2d926" providerId="LiveId" clId="{DFBF2175-A3F1-4250-80B6-C28E43C5A676}" dt="2025-04-04T04:36:03.794" v="1007" actId="20577"/>
        <pc:sldMkLst>
          <pc:docMk/>
          <pc:sldMk cId="0" sldId="292"/>
        </pc:sldMkLst>
        <pc:spChg chg="mod">
          <ac:chgData name="Ajay Kumar" userId="18dd9cb4e7a2d926" providerId="LiveId" clId="{DFBF2175-A3F1-4250-80B6-C28E43C5A676}" dt="2025-03-29T04:39:30.627" v="88" actId="20577"/>
          <ac:spMkLst>
            <pc:docMk/>
            <pc:sldMk cId="0" sldId="292"/>
            <ac:spMk id="10" creationId="{813F2107-8C2D-9CA4-CD8E-ECCCD7EBECC8}"/>
          </ac:spMkLst>
        </pc:spChg>
        <pc:spChg chg="mod">
          <ac:chgData name="Ajay Kumar" userId="18dd9cb4e7a2d926" providerId="LiveId" clId="{DFBF2175-A3F1-4250-80B6-C28E43C5A676}" dt="2025-04-04T04:36:03.794" v="1007" actId="20577"/>
          <ac:spMkLst>
            <pc:docMk/>
            <pc:sldMk cId="0" sldId="292"/>
            <ac:spMk id="11" creationId="{B750B900-7CF4-4E3A-B3A5-521E18CC1138}"/>
          </ac:spMkLst>
        </pc:spChg>
        <pc:picChg chg="mod">
          <ac:chgData name="Ajay Kumar" userId="18dd9cb4e7a2d926" providerId="LiveId" clId="{DFBF2175-A3F1-4250-80B6-C28E43C5A676}" dt="2025-04-04T04:35:19.918" v="996" actId="1036"/>
          <ac:picMkLst>
            <pc:docMk/>
            <pc:sldMk cId="0" sldId="292"/>
            <ac:picMk id="14" creationId="{007EE478-C686-BEE8-D55A-706CA7E7474C}"/>
          </ac:picMkLst>
        </pc:picChg>
      </pc:sldChg>
      <pc:sldChg chg="modSp mod">
        <pc:chgData name="Ajay Kumar" userId="18dd9cb4e7a2d926" providerId="LiveId" clId="{DFBF2175-A3F1-4250-80B6-C28E43C5A676}" dt="2025-03-29T16:17:31.892" v="977" actId="15"/>
        <pc:sldMkLst>
          <pc:docMk/>
          <pc:sldMk cId="1119326800" sldId="345"/>
        </pc:sldMkLst>
        <pc:spChg chg="mod">
          <ac:chgData name="Ajay Kumar" userId="18dd9cb4e7a2d926" providerId="LiveId" clId="{DFBF2175-A3F1-4250-80B6-C28E43C5A676}" dt="2025-03-29T16:17:31.892" v="977" actId="15"/>
          <ac:spMkLst>
            <pc:docMk/>
            <pc:sldMk cId="1119326800" sldId="345"/>
            <ac:spMk id="2" creationId="{40388B21-A90B-AC9A-A108-C5BB3F180A02}"/>
          </ac:spMkLst>
        </pc:spChg>
      </pc:sldChg>
      <pc:sldChg chg="modSp mod">
        <pc:chgData name="Ajay Kumar" userId="18dd9cb4e7a2d926" providerId="LiveId" clId="{DFBF2175-A3F1-4250-80B6-C28E43C5A676}" dt="2025-04-04T05:48:19.548" v="1102" actId="20577"/>
        <pc:sldMkLst>
          <pc:docMk/>
          <pc:sldMk cId="3874308821" sldId="346"/>
        </pc:sldMkLst>
        <pc:spChg chg="mod">
          <ac:chgData name="Ajay Kumar" userId="18dd9cb4e7a2d926" providerId="LiveId" clId="{DFBF2175-A3F1-4250-80B6-C28E43C5A676}" dt="2025-04-04T05:48:19.548" v="1102" actId="20577"/>
          <ac:spMkLst>
            <pc:docMk/>
            <pc:sldMk cId="3874308821" sldId="346"/>
            <ac:spMk id="2" creationId="{3C47E7B8-2AB5-7FFC-7360-808E5D2DC756}"/>
          </ac:spMkLst>
        </pc:spChg>
        <pc:spChg chg="mod">
          <ac:chgData name="Ajay Kumar" userId="18dd9cb4e7a2d926" providerId="LiveId" clId="{DFBF2175-A3F1-4250-80B6-C28E43C5A676}" dt="2025-04-04T05:46:51.412" v="1079" actId="1035"/>
          <ac:spMkLst>
            <pc:docMk/>
            <pc:sldMk cId="3874308821" sldId="346"/>
            <ac:spMk id="5" creationId="{43F6764B-21BB-C2DC-B5A1-6A2D218BFD12}"/>
          </ac:spMkLst>
        </pc:spChg>
      </pc:sldChg>
      <pc:sldChg chg="addSp delSp modSp mod">
        <pc:chgData name="Ajay Kumar" userId="18dd9cb4e7a2d926" providerId="LiveId" clId="{DFBF2175-A3F1-4250-80B6-C28E43C5A676}" dt="2025-03-29T06:22:51.693" v="976" actId="1036"/>
        <pc:sldMkLst>
          <pc:docMk/>
          <pc:sldMk cId="3595609449" sldId="347"/>
        </pc:sldMkLst>
        <pc:spChg chg="add del mod">
          <ac:chgData name="Ajay Kumar" userId="18dd9cb4e7a2d926" providerId="LiveId" clId="{DFBF2175-A3F1-4250-80B6-C28E43C5A676}" dt="2025-03-29T06:22:41.175" v="939" actId="164"/>
          <ac:spMkLst>
            <pc:docMk/>
            <pc:sldMk cId="3595609449" sldId="347"/>
            <ac:spMk id="2" creationId="{4F6C35B9-444B-ECB5-52A8-4BE418206555}"/>
          </ac:spMkLst>
        </pc:spChg>
        <pc:spChg chg="add mod topLvl">
          <ac:chgData name="Ajay Kumar" userId="18dd9cb4e7a2d926" providerId="LiveId" clId="{DFBF2175-A3F1-4250-80B6-C28E43C5A676}" dt="2025-03-29T06:22:41.175" v="939" actId="164"/>
          <ac:spMkLst>
            <pc:docMk/>
            <pc:sldMk cId="3595609449" sldId="347"/>
            <ac:spMk id="3" creationId="{84CA82D6-4874-45B0-A6B4-359E944FF923}"/>
          </ac:spMkLst>
        </pc:spChg>
        <pc:spChg chg="add mod topLvl">
          <ac:chgData name="Ajay Kumar" userId="18dd9cb4e7a2d926" providerId="LiveId" clId="{DFBF2175-A3F1-4250-80B6-C28E43C5A676}" dt="2025-03-29T06:22:41.175" v="939" actId="164"/>
          <ac:spMkLst>
            <pc:docMk/>
            <pc:sldMk cId="3595609449" sldId="347"/>
            <ac:spMk id="4" creationId="{97EF651D-9D97-8225-F425-629CDB2FA0E2}"/>
          </ac:spMkLst>
        </pc:spChg>
        <pc:spChg chg="mod">
          <ac:chgData name="Ajay Kumar" userId="18dd9cb4e7a2d926" providerId="LiveId" clId="{DFBF2175-A3F1-4250-80B6-C28E43C5A676}" dt="2025-03-29T06:21:59.966" v="903" actId="1076"/>
          <ac:spMkLst>
            <pc:docMk/>
            <pc:sldMk cId="3595609449" sldId="347"/>
            <ac:spMk id="5" creationId="{43F6764B-21BB-C2DC-B5A1-6A2D218BFD12}"/>
          </ac:spMkLst>
        </pc:spChg>
        <pc:spChg chg="add mod topLvl">
          <ac:chgData name="Ajay Kumar" userId="18dd9cb4e7a2d926" providerId="LiveId" clId="{DFBF2175-A3F1-4250-80B6-C28E43C5A676}" dt="2025-03-29T06:22:41.175" v="939" actId="164"/>
          <ac:spMkLst>
            <pc:docMk/>
            <pc:sldMk cId="3595609449" sldId="347"/>
            <ac:spMk id="6" creationId="{DA08D972-EE61-6CEE-320B-4BA71C9A3A28}"/>
          </ac:spMkLst>
        </pc:spChg>
        <pc:spChg chg="add mod topLvl">
          <ac:chgData name="Ajay Kumar" userId="18dd9cb4e7a2d926" providerId="LiveId" clId="{DFBF2175-A3F1-4250-80B6-C28E43C5A676}" dt="2025-03-29T06:22:41.175" v="939" actId="164"/>
          <ac:spMkLst>
            <pc:docMk/>
            <pc:sldMk cId="3595609449" sldId="347"/>
            <ac:spMk id="7" creationId="{F2FB113B-7276-AC30-C23D-934F985059B0}"/>
          </ac:spMkLst>
        </pc:spChg>
        <pc:spChg chg="add mod topLvl">
          <ac:chgData name="Ajay Kumar" userId="18dd9cb4e7a2d926" providerId="LiveId" clId="{DFBF2175-A3F1-4250-80B6-C28E43C5A676}" dt="2025-03-29T06:22:41.175" v="939" actId="164"/>
          <ac:spMkLst>
            <pc:docMk/>
            <pc:sldMk cId="3595609449" sldId="347"/>
            <ac:spMk id="8" creationId="{4AC9C10C-C95D-7671-59EC-4316907D91B4}"/>
          </ac:spMkLst>
        </pc:spChg>
        <pc:spChg chg="add mod">
          <ac:chgData name="Ajay Kumar" userId="18dd9cb4e7a2d926" providerId="LiveId" clId="{DFBF2175-A3F1-4250-80B6-C28E43C5A676}" dt="2025-03-29T06:08:03.316" v="748" actId="1076"/>
          <ac:spMkLst>
            <pc:docMk/>
            <pc:sldMk cId="3595609449" sldId="347"/>
            <ac:spMk id="9" creationId="{A11EB500-33A7-B9AD-6442-F550AE785EED}"/>
          </ac:spMkLst>
        </pc:spChg>
        <pc:spChg chg="add mod topLvl">
          <ac:chgData name="Ajay Kumar" userId="18dd9cb4e7a2d926" providerId="LiveId" clId="{DFBF2175-A3F1-4250-80B6-C28E43C5A676}" dt="2025-03-29T06:22:32.864" v="938" actId="164"/>
          <ac:spMkLst>
            <pc:docMk/>
            <pc:sldMk cId="3595609449" sldId="347"/>
            <ac:spMk id="18" creationId="{25DF0DFB-A6DA-A9C0-A6BD-B37A6C20CCE2}"/>
          </ac:spMkLst>
        </pc:spChg>
        <pc:spChg chg="add mod topLvl">
          <ac:chgData name="Ajay Kumar" userId="18dd9cb4e7a2d926" providerId="LiveId" clId="{DFBF2175-A3F1-4250-80B6-C28E43C5A676}" dt="2025-03-29T06:22:41.175" v="939" actId="164"/>
          <ac:spMkLst>
            <pc:docMk/>
            <pc:sldMk cId="3595609449" sldId="347"/>
            <ac:spMk id="21" creationId="{4C7A7E08-EC76-B3A4-B5E6-F4271C1953C7}"/>
          </ac:spMkLst>
        </pc:spChg>
        <pc:spChg chg="add mod topLvl">
          <ac:chgData name="Ajay Kumar" userId="18dd9cb4e7a2d926" providerId="LiveId" clId="{DFBF2175-A3F1-4250-80B6-C28E43C5A676}" dt="2025-03-29T06:22:41.175" v="939" actId="164"/>
          <ac:spMkLst>
            <pc:docMk/>
            <pc:sldMk cId="3595609449" sldId="347"/>
            <ac:spMk id="22" creationId="{7826CB49-11B8-4BEE-6E61-1BF74ABB7943}"/>
          </ac:spMkLst>
        </pc:spChg>
        <pc:spChg chg="add mod topLvl">
          <ac:chgData name="Ajay Kumar" userId="18dd9cb4e7a2d926" providerId="LiveId" clId="{DFBF2175-A3F1-4250-80B6-C28E43C5A676}" dt="2025-03-29T06:22:41.175" v="939" actId="164"/>
          <ac:spMkLst>
            <pc:docMk/>
            <pc:sldMk cId="3595609449" sldId="347"/>
            <ac:spMk id="26" creationId="{5759DE6D-D34C-3270-E31B-D0BCF5B9CBD4}"/>
          </ac:spMkLst>
        </pc:spChg>
        <pc:spChg chg="add mod topLvl">
          <ac:chgData name="Ajay Kumar" userId="18dd9cb4e7a2d926" providerId="LiveId" clId="{DFBF2175-A3F1-4250-80B6-C28E43C5A676}" dt="2025-03-29T06:22:41.175" v="939" actId="164"/>
          <ac:spMkLst>
            <pc:docMk/>
            <pc:sldMk cId="3595609449" sldId="347"/>
            <ac:spMk id="27" creationId="{14618408-06E4-A47D-87A1-FF49182E7F8F}"/>
          </ac:spMkLst>
        </pc:spChg>
        <pc:spChg chg="add mod">
          <ac:chgData name="Ajay Kumar" userId="18dd9cb4e7a2d926" providerId="LiveId" clId="{DFBF2175-A3F1-4250-80B6-C28E43C5A676}" dt="2025-03-29T06:14:38.121" v="811" actId="1076"/>
          <ac:spMkLst>
            <pc:docMk/>
            <pc:sldMk cId="3595609449" sldId="347"/>
            <ac:spMk id="30" creationId="{A1E8289A-9C13-B812-9B01-1DAEDF08C550}"/>
          </ac:spMkLst>
        </pc:spChg>
        <pc:grpChg chg="mod">
          <ac:chgData name="Ajay Kumar" userId="18dd9cb4e7a2d926" providerId="LiveId" clId="{DFBF2175-A3F1-4250-80B6-C28E43C5A676}" dt="2025-03-29T06:22:51.693" v="976" actId="1036"/>
          <ac:grpSpMkLst>
            <pc:docMk/>
            <pc:sldMk cId="3595609449" sldId="347"/>
            <ac:grpSpMk id="119" creationId="{A4D7D337-DA24-F399-F50B-5C847A84F4FF}"/>
          </ac:grpSpMkLst>
        </pc:grpChg>
        <pc:cxnChg chg="add mod">
          <ac:chgData name="Ajay Kumar" userId="18dd9cb4e7a2d926" providerId="LiveId" clId="{DFBF2175-A3F1-4250-80B6-C28E43C5A676}" dt="2025-03-29T06:20:12.005" v="892" actId="1076"/>
          <ac:cxnSpMkLst>
            <pc:docMk/>
            <pc:sldMk cId="3595609449" sldId="347"/>
            <ac:cxnSpMk id="13" creationId="{59B2C2DA-18AA-7F85-9BE9-29A90E74EDD7}"/>
          </ac:cxnSpMkLst>
        </pc:cxnChg>
        <pc:cxnChg chg="add mod">
          <ac:chgData name="Ajay Kumar" userId="18dd9cb4e7a2d926" providerId="LiveId" clId="{DFBF2175-A3F1-4250-80B6-C28E43C5A676}" dt="2025-03-29T06:20:12.005" v="892" actId="1076"/>
          <ac:cxnSpMkLst>
            <pc:docMk/>
            <pc:sldMk cId="3595609449" sldId="347"/>
            <ac:cxnSpMk id="16" creationId="{C1AEBE4B-6D87-B1F0-1C64-F64E595C046A}"/>
          </ac:cxnSpMkLst>
        </pc:cxnChg>
        <pc:cxnChg chg="add mod">
          <ac:chgData name="Ajay Kumar" userId="18dd9cb4e7a2d926" providerId="LiveId" clId="{DFBF2175-A3F1-4250-80B6-C28E43C5A676}" dt="2025-03-29T06:20:12.005" v="892" actId="1076"/>
          <ac:cxnSpMkLst>
            <pc:docMk/>
            <pc:sldMk cId="3595609449" sldId="347"/>
            <ac:cxnSpMk id="20" creationId="{B8713DCF-6947-ED76-38BD-59D18B6CFE2F}"/>
          </ac:cxnSpMkLst>
        </pc:cxnChg>
        <pc:cxnChg chg="add mod">
          <ac:chgData name="Ajay Kumar" userId="18dd9cb4e7a2d926" providerId="LiveId" clId="{DFBF2175-A3F1-4250-80B6-C28E43C5A676}" dt="2025-03-29T06:21:14.835" v="901" actId="1076"/>
          <ac:cxnSpMkLst>
            <pc:docMk/>
            <pc:sldMk cId="3595609449" sldId="347"/>
            <ac:cxnSpMk id="42" creationId="{5A3A7F16-55A3-75CF-6F64-2FBCFD114874}"/>
          </ac:cxnSpMkLst>
        </pc:cxnChg>
        <pc:cxnChg chg="add mod">
          <ac:chgData name="Ajay Kumar" userId="18dd9cb4e7a2d926" providerId="LiveId" clId="{DFBF2175-A3F1-4250-80B6-C28E43C5A676}" dt="2025-03-29T06:21:14.835" v="901" actId="1076"/>
          <ac:cxnSpMkLst>
            <pc:docMk/>
            <pc:sldMk cId="3595609449" sldId="347"/>
            <ac:cxnSpMk id="74" creationId="{D3749D6E-5CD4-B97D-6143-3675B0BF61BA}"/>
          </ac:cxnSpMkLst>
        </pc:cxnChg>
        <pc:cxnChg chg="add mod">
          <ac:chgData name="Ajay Kumar" userId="18dd9cb4e7a2d926" providerId="LiveId" clId="{DFBF2175-A3F1-4250-80B6-C28E43C5A676}" dt="2025-03-29T06:18:28.276" v="869" actId="1582"/>
          <ac:cxnSpMkLst>
            <pc:docMk/>
            <pc:sldMk cId="3595609449" sldId="347"/>
            <ac:cxnSpMk id="80" creationId="{6DA587F0-BDAB-839F-7F05-BFC90191DFB3}"/>
          </ac:cxnSpMkLst>
        </pc:cxnChg>
        <pc:cxnChg chg="add mod">
          <ac:chgData name="Ajay Kumar" userId="18dd9cb4e7a2d926" providerId="LiveId" clId="{DFBF2175-A3F1-4250-80B6-C28E43C5A676}" dt="2025-03-29T06:22:30.674" v="937" actId="1036"/>
          <ac:cxnSpMkLst>
            <pc:docMk/>
            <pc:sldMk cId="3595609449" sldId="347"/>
            <ac:cxnSpMk id="91" creationId="{389021E6-7BB1-1899-5793-4E8FF43FC668}"/>
          </ac:cxnSpMkLst>
        </pc:cxnChg>
      </pc:sldChg>
      <pc:sldChg chg="modSp mod">
        <pc:chgData name="Ajay Kumar" userId="18dd9cb4e7a2d926" providerId="LiveId" clId="{DFBF2175-A3F1-4250-80B6-C28E43C5A676}" dt="2025-04-04T05:26:36.232" v="1051" actId="20577"/>
        <pc:sldMkLst>
          <pc:docMk/>
          <pc:sldMk cId="2016077986" sldId="348"/>
        </pc:sldMkLst>
        <pc:spChg chg="mod">
          <ac:chgData name="Ajay Kumar" userId="18dd9cb4e7a2d926" providerId="LiveId" clId="{DFBF2175-A3F1-4250-80B6-C28E43C5A676}" dt="2025-04-04T05:26:36.232" v="1051" actId="20577"/>
          <ac:spMkLst>
            <pc:docMk/>
            <pc:sldMk cId="2016077986" sldId="348"/>
            <ac:spMk id="3" creationId="{7676431C-C4C1-6A24-618A-9A5E49C23987}"/>
          </ac:spMkLst>
        </pc:spChg>
      </pc:sldChg>
      <pc:sldChg chg="modSp mod">
        <pc:chgData name="Ajay Kumar" userId="18dd9cb4e7a2d926" providerId="LiveId" clId="{DFBF2175-A3F1-4250-80B6-C28E43C5A676}" dt="2025-04-04T05:26:58.574" v="1052" actId="20577"/>
        <pc:sldMkLst>
          <pc:docMk/>
          <pc:sldMk cId="2733696401" sldId="350"/>
        </pc:sldMkLst>
        <pc:spChg chg="mod">
          <ac:chgData name="Ajay Kumar" userId="18dd9cb4e7a2d926" providerId="LiveId" clId="{DFBF2175-A3F1-4250-80B6-C28E43C5A676}" dt="2025-04-04T05:26:58.574" v="1052" actId="20577"/>
          <ac:spMkLst>
            <pc:docMk/>
            <pc:sldMk cId="2733696401" sldId="350"/>
            <ac:spMk id="2" creationId="{AED2E015-27CB-26AD-DA5B-5CEDC3D1B57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6936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9441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839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0" strike="noStrike" spc="-1">
              <a:latin typeface="Arial"/>
            </a:endParaRPr>
          </a:p>
        </p:txBody>
      </p:sp>
      <p:sp>
        <p:nvSpPr>
          <p:cNvPr id="38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E9D2A155-03D1-406C-89CB-ED7F9F0CCA44}" type="slidenum">
              <a:rPr lang="en-IN" sz="1200" b="0" strike="noStrike" spc="-1">
                <a:latin typeface="Times New Roman"/>
              </a:rPr>
              <a:t>11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3140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78" lvl="1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78" lvl="1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0479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378" lvl="1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66" lvl="2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54" lvl="3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43" lvl="4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132" lvl="5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320" lvl="6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509" lvl="7" indent="-30479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97" lvl="8" indent="-304793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3428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8" lvl="1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228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28560" y="273780"/>
            <a:ext cx="7886430" cy="99387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3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2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6418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4D797CE1-B3BC-05B3-7EFB-77E24CA99EC4}"/>
              </a:ext>
            </a:extLst>
          </p:cNvPr>
          <p:cNvPicPr preferRelativeResize="0"/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5890576" y="50164"/>
            <a:ext cx="1226897" cy="41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FDEA9A-3289-7724-A041-81BA7412446D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588173" y="44451"/>
            <a:ext cx="430886" cy="421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E9B430-F1A6-D15F-5325-A6ECC80544A3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448295" y="54435"/>
            <a:ext cx="606402" cy="40160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16F5E0-5700-9B75-900A-DACA5FE2B975}"/>
              </a:ext>
            </a:extLst>
          </p:cNvPr>
          <p:cNvCxnSpPr/>
          <p:nvPr userDrawn="1"/>
        </p:nvCxnSpPr>
        <p:spPr>
          <a:xfrm>
            <a:off x="7272997" y="44451"/>
            <a:ext cx="0" cy="41158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B73529-812D-C430-F6D0-F29A1FE550F2}"/>
              </a:ext>
            </a:extLst>
          </p:cNvPr>
          <p:cNvCxnSpPr/>
          <p:nvPr userDrawn="1"/>
        </p:nvCxnSpPr>
        <p:spPr>
          <a:xfrm>
            <a:off x="8328077" y="44451"/>
            <a:ext cx="0" cy="41158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52" r:id="rId3"/>
    <p:sldLayoutId id="2147483653" r:id="rId4"/>
    <p:sldLayoutId id="2147483654" r:id="rId5"/>
    <p:sldLayoutId id="2147483668" r:id="rId6"/>
    <p:sldLayoutId id="2147483669" r:id="rId7"/>
    <p:sldLayoutId id="2147483670" r:id="rId8"/>
    <p:sldLayoutId id="2147483656" r:id="rId9"/>
    <p:sldLayoutId id="2147483657" r:id="rId10"/>
    <p:sldLayoutId id="2147483659" r:id="rId11"/>
    <p:sldLayoutId id="214748367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07EE478-C686-BEE8-D55A-706CA7E747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62" r="5562"/>
          <a:stretch/>
        </p:blipFill>
        <p:spPr>
          <a:xfrm>
            <a:off x="1426" y="238"/>
            <a:ext cx="9142574" cy="5143500"/>
          </a:xfrm>
          <a:prstGeom prst="rect">
            <a:avLst/>
          </a:prstGeom>
        </p:spPr>
      </p:pic>
      <p:sp>
        <p:nvSpPr>
          <p:cNvPr id="10" name="TextShape 1">
            <a:extLst>
              <a:ext uri="{FF2B5EF4-FFF2-40B4-BE49-F238E27FC236}">
                <a16:creationId xmlns:a16="http://schemas.microsoft.com/office/drawing/2014/main" id="{813F2107-8C2D-9CA4-CD8E-ECCCD7EBECC8}"/>
              </a:ext>
            </a:extLst>
          </p:cNvPr>
          <p:cNvSpPr txBox="1"/>
          <p:nvPr/>
        </p:nvSpPr>
        <p:spPr>
          <a:xfrm>
            <a:off x="1122121" y="3268129"/>
            <a:ext cx="2087385" cy="425509"/>
          </a:xfrm>
          <a:prstGeom prst="rect">
            <a:avLst/>
          </a:prstGeom>
          <a:noFill/>
          <a:ln w="0">
            <a:noFill/>
          </a:ln>
        </p:spPr>
        <p:txBody>
          <a:bodyPr lIns="68580" tIns="34290" rIns="68580" bIns="3429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500" spc="-1" dirty="0">
                <a:solidFill>
                  <a:schemeClr val="bg1"/>
                </a:solidFill>
                <a:latin typeface="Calibri"/>
              </a:rPr>
              <a:t>Team ID  8961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B3729CB-621B-55B7-7CCB-8857F22D8E2D}"/>
              </a:ext>
            </a:extLst>
          </p:cNvPr>
          <p:cNvGrpSpPr/>
          <p:nvPr/>
        </p:nvGrpSpPr>
        <p:grpSpPr>
          <a:xfrm>
            <a:off x="794214" y="619593"/>
            <a:ext cx="2988527" cy="871317"/>
            <a:chOff x="743414" y="1640947"/>
            <a:chExt cx="2988527" cy="87131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2D3D00A-F69C-5A1D-D871-D5F5146CB685}"/>
                </a:ext>
              </a:extLst>
            </p:cNvPr>
            <p:cNvGrpSpPr/>
            <p:nvPr/>
          </p:nvGrpSpPr>
          <p:grpSpPr>
            <a:xfrm>
              <a:off x="743414" y="1640947"/>
              <a:ext cx="2988527" cy="871317"/>
              <a:chOff x="743414" y="1640947"/>
              <a:chExt cx="2988527" cy="87131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560471F-132C-DC05-DF57-C57BF5F94F99}"/>
                  </a:ext>
                </a:extLst>
              </p:cNvPr>
              <p:cNvSpPr/>
              <p:nvPr/>
            </p:nvSpPr>
            <p:spPr>
              <a:xfrm>
                <a:off x="743414" y="1640947"/>
                <a:ext cx="2988527" cy="87131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softEdge rad="635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7" name="Google Shape;110;p4" descr="A close up of a sign&#10;&#10;Description automatically generated">
                <a:extLst>
                  <a:ext uri="{FF2B5EF4-FFF2-40B4-BE49-F238E27FC236}">
                    <a16:creationId xmlns:a16="http://schemas.microsoft.com/office/drawing/2014/main" id="{7F1DD211-B5CE-B07E-185D-B2D660A88249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15783" y="1971178"/>
                <a:ext cx="1050529" cy="2942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4E9B16EB-4021-3DAD-87D7-8AADDA33F1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52197" y="1843398"/>
                <a:ext cx="485958" cy="475451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00553CE-6B63-17CC-854E-76FF40B12C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15014" y="1919854"/>
                <a:ext cx="599270" cy="396879"/>
              </a:xfrm>
              <a:prstGeom prst="rect">
                <a:avLst/>
              </a:prstGeom>
            </p:spPr>
          </p:pic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AE5AE47-CF4D-55BD-80ED-4ABE05325878}"/>
                </a:ext>
              </a:extLst>
            </p:cNvPr>
            <p:cNvCxnSpPr/>
            <p:nvPr/>
          </p:nvCxnSpPr>
          <p:spPr>
            <a:xfrm>
              <a:off x="1984914" y="1859664"/>
              <a:ext cx="0" cy="47545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EE501B5-345A-EB93-5880-D723D37DD07C}"/>
                </a:ext>
              </a:extLst>
            </p:cNvPr>
            <p:cNvCxnSpPr/>
            <p:nvPr/>
          </p:nvCxnSpPr>
          <p:spPr>
            <a:xfrm>
              <a:off x="2891880" y="1865133"/>
              <a:ext cx="0" cy="47545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E88EE61-2242-CA77-5668-E4432A881B62}"/>
              </a:ext>
            </a:extLst>
          </p:cNvPr>
          <p:cNvSpPr txBox="1"/>
          <p:nvPr/>
        </p:nvSpPr>
        <p:spPr>
          <a:xfrm>
            <a:off x="6072903" y="3237859"/>
            <a:ext cx="352443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Members</a:t>
            </a:r>
          </a:p>
          <a:p>
            <a:r>
              <a:rPr lang="en-IN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Ajay Kumar</a:t>
            </a:r>
          </a:p>
          <a:p>
            <a:r>
              <a:rPr lang="en-IN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Ch. Likhitha</a:t>
            </a:r>
          </a:p>
          <a:p>
            <a:r>
              <a:rPr lang="en-IN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Sirisha</a:t>
            </a:r>
            <a:endParaRPr lang="en-IN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50B900-7CF4-4E3A-B3A5-521E18CC1138}"/>
              </a:ext>
            </a:extLst>
          </p:cNvPr>
          <p:cNvSpPr txBox="1"/>
          <p:nvPr/>
        </p:nvSpPr>
        <p:spPr>
          <a:xfrm>
            <a:off x="312833" y="4085294"/>
            <a:ext cx="47426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i="1" dirty="0">
                <a:solidFill>
                  <a:schemeClr val="bg1"/>
                </a:solidFill>
              </a:rPr>
              <a:t>Under the mentorship of,</a:t>
            </a:r>
          </a:p>
          <a:p>
            <a:r>
              <a:rPr lang="en-US" sz="2000" i="1" dirty="0" err="1">
                <a:solidFill>
                  <a:schemeClr val="bg1"/>
                </a:solidFill>
              </a:rPr>
              <a:t>KuruMurthy</a:t>
            </a:r>
            <a:r>
              <a:rPr lang="en-US" sz="2000" i="1" dirty="0">
                <a:solidFill>
                  <a:schemeClr val="bg1"/>
                </a:solidFill>
              </a:rPr>
              <a:t> </a:t>
            </a:r>
            <a:r>
              <a:rPr lang="en-US" sz="2000" i="1" dirty="0" err="1">
                <a:solidFill>
                  <a:schemeClr val="bg1"/>
                </a:solidFill>
              </a:rPr>
              <a:t>Pasupula</a:t>
            </a:r>
            <a:r>
              <a:rPr lang="en-US" sz="2000" i="1" dirty="0">
                <a:solidFill>
                  <a:schemeClr val="bg1"/>
                </a:solidFill>
              </a:rPr>
              <a:t>(Master Trainer)</a:t>
            </a:r>
            <a:endParaRPr lang="en-IN" sz="2000" i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9AF03D-E09B-15F2-07A9-2C739F36A481}"/>
              </a:ext>
            </a:extLst>
          </p:cNvPr>
          <p:cNvSpPr txBox="1"/>
          <p:nvPr/>
        </p:nvSpPr>
        <p:spPr>
          <a:xfrm>
            <a:off x="977537" y="1760067"/>
            <a:ext cx="70534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Attendance System With </a:t>
            </a:r>
            <a:r>
              <a:rPr lang="en-IN" sz="2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Communication, AI-Chatbot, Email Alerts, and RealTime Voice Notifications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/>
          <p:cNvSpPr txBox="1">
            <a:spLocks noGrp="1"/>
          </p:cNvSpPr>
          <p:nvPr>
            <p:ph type="title" idx="4294967295"/>
          </p:nvPr>
        </p:nvSpPr>
        <p:spPr>
          <a:xfrm>
            <a:off x="364822" y="867160"/>
            <a:ext cx="3009530" cy="214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 b="1">
                <a:solidFill>
                  <a:srgbClr val="213163"/>
                </a:solidFill>
              </a:rPr>
              <a:t>Project Objectives</a:t>
            </a:r>
            <a:endParaRPr sz="1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6ACA23-A691-BBFF-54D8-448548EFD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375" y="1228377"/>
            <a:ext cx="3194940" cy="3194940"/>
          </a:xfrm>
          <a:prstGeom prst="rect">
            <a:avLst/>
          </a:prstGeom>
        </p:spPr>
      </p:pic>
      <p:sp>
        <p:nvSpPr>
          <p:cNvPr id="6" name="Google Shape;62;g5fab984687_2_0">
            <a:extLst>
              <a:ext uri="{FF2B5EF4-FFF2-40B4-BE49-F238E27FC236}">
                <a16:creationId xmlns:a16="http://schemas.microsoft.com/office/drawing/2014/main" id="{2C2DB4A5-624B-CADA-0A3F-8AADD412BC0C}"/>
              </a:ext>
            </a:extLst>
          </p:cNvPr>
          <p:cNvSpPr txBox="1">
            <a:spLocks/>
          </p:cNvSpPr>
          <p:nvPr/>
        </p:nvSpPr>
        <p:spPr>
          <a:xfrm>
            <a:off x="364822" y="1365005"/>
            <a:ext cx="3845164" cy="2771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Problem Statement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Project Overview – Introduction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End Users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Wow Factor in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Modelling/Block Diagram/Flow of Project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Result/outcomes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Conclusion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Future Perspective</a:t>
            </a:r>
          </a:p>
          <a:p>
            <a:pPr marL="182880" indent="-18288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6764B-21BB-C2DC-B5A1-6A2D218BF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50900"/>
            <a:ext cx="8520600" cy="572700"/>
          </a:xfrm>
        </p:spPr>
        <p:txBody>
          <a:bodyPr/>
          <a:lstStyle/>
          <a:p>
            <a:r>
              <a:rPr lang="en-IN" sz="2400" dirty="0">
                <a:solidFill>
                  <a:srgbClr val="002060"/>
                </a:solidFill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0217F7-783A-0130-AC64-D67FD8FDBEB2}"/>
              </a:ext>
            </a:extLst>
          </p:cNvPr>
          <p:cNvSpPr txBox="1"/>
          <p:nvPr/>
        </p:nvSpPr>
        <p:spPr>
          <a:xfrm>
            <a:off x="564350" y="1148431"/>
            <a:ext cx="8267950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 Traditional attendance systems involve manual signing or card-based systems, which are inefficient.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 Manual attendance marking is prone to errors, manipulation, and proxy attendance.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 Existing biometric systems (such as fingerprint scanners) require physical contact, which may not be hygienic, especially in the post-pandemic era.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 There is a need for a contactless, secure, and efficient attendance system that integrates with digital platforms.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607993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6764B-21BB-C2DC-B5A1-6A2D218B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solidFill>
                  <a:srgbClr val="002060"/>
                </a:solidFill>
              </a:rPr>
              <a:t>Project overview 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40C5D-3E5D-735E-F8BE-C93B64B37767}"/>
              </a:ext>
            </a:extLst>
          </p:cNvPr>
          <p:cNvSpPr txBox="1"/>
          <p:nvPr/>
        </p:nvSpPr>
        <p:spPr>
          <a:xfrm>
            <a:off x="644893" y="1066887"/>
            <a:ext cx="7969718" cy="3512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dirty="0"/>
              <a:t> This project presents an automated attendance system using face recognition technology.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dirty="0"/>
              <a:t> It leverages OpenCV, </a:t>
            </a:r>
            <a:r>
              <a:rPr lang="en-US" sz="1500" dirty="0" err="1"/>
              <a:t>Dlib</a:t>
            </a:r>
            <a:r>
              <a:rPr lang="en-US" sz="1500" dirty="0"/>
              <a:t>, and </a:t>
            </a:r>
            <a:r>
              <a:rPr lang="en-US" sz="1500" dirty="0" err="1"/>
              <a:t>DeepFace</a:t>
            </a:r>
            <a:r>
              <a:rPr lang="en-US" sz="1500" dirty="0"/>
              <a:t> to detect and verify individuals based on facial features.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dirty="0"/>
              <a:t> Once identified, the system updates a MySQL database with attendance records.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dirty="0"/>
              <a:t> Additional features include liveness detection to prevent spoofing and fraudulent attendance.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dirty="0"/>
              <a:t> Users receive attendance confirmation via email and </a:t>
            </a:r>
            <a:r>
              <a:rPr lang="en-US" sz="1500" dirty="0" err="1"/>
              <a:t>texttospeech</a:t>
            </a:r>
            <a:r>
              <a:rPr lang="en-US" sz="1500" dirty="0"/>
              <a:t> (voice) notifications.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dirty="0"/>
              <a:t> The system provides a </a:t>
            </a:r>
            <a:r>
              <a:rPr lang="en-US" sz="1500" dirty="0" err="1"/>
              <a:t>realtime</a:t>
            </a:r>
            <a:r>
              <a:rPr lang="en-US" sz="1500" dirty="0"/>
              <a:t> and efficient alternative to traditional attendance methods. 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764415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6764B-21BB-C2DC-B5A1-6A2D218B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solidFill>
                  <a:srgbClr val="002060"/>
                </a:solidFill>
              </a:rPr>
              <a:t>End User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388B21-A90B-AC9A-A108-C5BB3F180A02}"/>
              </a:ext>
            </a:extLst>
          </p:cNvPr>
          <p:cNvSpPr txBox="1"/>
          <p:nvPr/>
        </p:nvSpPr>
        <p:spPr>
          <a:xfrm>
            <a:off x="570653" y="1115421"/>
            <a:ext cx="8164286" cy="3370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600" dirty="0"/>
              <a:t>This system is designed for various domains where attendance tracking is essential:  </a:t>
            </a:r>
          </a:p>
          <a:p>
            <a:pPr lvl="1">
              <a:lnSpc>
                <a:spcPct val="150000"/>
              </a:lnSpc>
            </a:pPr>
            <a:r>
              <a:rPr lang="en-US" sz="1600" b="1" dirty="0"/>
              <a:t>1. Educational Institutions</a:t>
            </a:r>
            <a:r>
              <a:rPr lang="en-US" sz="1600" dirty="0"/>
              <a:t> – Schools, colleges, and universities for student attendance monitoring.  </a:t>
            </a:r>
          </a:p>
          <a:p>
            <a:pPr lvl="1">
              <a:lnSpc>
                <a:spcPct val="150000"/>
              </a:lnSpc>
            </a:pPr>
            <a:r>
              <a:rPr lang="en-US" sz="1600" b="1" dirty="0"/>
              <a:t>2. Corporate Offices</a:t>
            </a:r>
            <a:r>
              <a:rPr lang="en-US" sz="1600" dirty="0"/>
              <a:t> – Employee attendance tracking and automated payroll integration.  </a:t>
            </a:r>
          </a:p>
          <a:p>
            <a:pPr lvl="1">
              <a:lnSpc>
                <a:spcPct val="150000"/>
              </a:lnSpc>
            </a:pPr>
            <a:r>
              <a:rPr lang="en-US" sz="1600" b="1" dirty="0"/>
              <a:t>3. Event Management Firms</a:t>
            </a:r>
            <a:r>
              <a:rPr lang="en-US" sz="1600" dirty="0"/>
              <a:t> – For tracking attendees and preventing unauthorized entry.  </a:t>
            </a:r>
          </a:p>
          <a:p>
            <a:pPr lvl="1">
              <a:lnSpc>
                <a:spcPct val="150000"/>
              </a:lnSpc>
            </a:pPr>
            <a:r>
              <a:rPr lang="en-US" sz="1600" b="1" dirty="0"/>
              <a:t>4. Healthcare Facilities</a:t>
            </a:r>
            <a:r>
              <a:rPr lang="en-US" sz="1600" dirty="0"/>
              <a:t> – Monitoring staff presence in hospitals and medical centers.  </a:t>
            </a:r>
          </a:p>
          <a:p>
            <a:pPr lvl="1">
              <a:lnSpc>
                <a:spcPct val="150000"/>
              </a:lnSpc>
            </a:pPr>
            <a:r>
              <a:rPr lang="en-US" sz="1600" b="1" dirty="0"/>
              <a:t>5. Government Organizations</a:t>
            </a:r>
            <a:r>
              <a:rPr lang="en-US" sz="1600" dirty="0"/>
              <a:t> – Attendance tracking for secure workplaces.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119326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6764B-21BB-C2DC-B5A1-6A2D218BF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75353"/>
            <a:ext cx="8520600" cy="572700"/>
          </a:xfrm>
        </p:spPr>
        <p:txBody>
          <a:bodyPr/>
          <a:lstStyle/>
          <a:p>
            <a:r>
              <a:rPr lang="en-IN" sz="2400" dirty="0">
                <a:solidFill>
                  <a:srgbClr val="002060"/>
                </a:solidFill>
              </a:rPr>
              <a:t>Wow Factor in 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47E7B8-2AB5-7FFC-7360-808E5D2DC756}"/>
              </a:ext>
            </a:extLst>
          </p:cNvPr>
          <p:cNvSpPr txBox="1"/>
          <p:nvPr/>
        </p:nvSpPr>
        <p:spPr>
          <a:xfrm>
            <a:off x="558798" y="845720"/>
            <a:ext cx="8051801" cy="385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/>
              <a:t> Deep Learning based Face Recognition</a:t>
            </a:r>
            <a:r>
              <a:rPr lang="en-US" sz="1500" dirty="0"/>
              <a:t> – Uses advanced AI models for accurate facial detection and matching.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/>
              <a:t> Liveness Detection</a:t>
            </a:r>
            <a:r>
              <a:rPr lang="en-US" sz="1500" dirty="0"/>
              <a:t> – Detects blurriness and eye blinking to ensure real person detection.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/>
              <a:t> Automated Email Notifications</a:t>
            </a:r>
            <a:r>
              <a:rPr lang="en-US" sz="1500" dirty="0"/>
              <a:t> – Attendance confirmation is sent to the registered email ID.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/>
              <a:t> Voice Feedback System</a:t>
            </a:r>
            <a:r>
              <a:rPr lang="en-US" sz="1500" dirty="0"/>
              <a:t> – Uses </a:t>
            </a:r>
            <a:r>
              <a:rPr lang="en-US" sz="1500" dirty="0" err="1"/>
              <a:t>TexttoSpeech</a:t>
            </a:r>
            <a:r>
              <a:rPr lang="en-US" sz="1500" dirty="0"/>
              <a:t> (TTS) to announce attendance status aloud.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/>
              <a:t> Secure Database Storage</a:t>
            </a:r>
            <a:r>
              <a:rPr lang="en-US" sz="1500" dirty="0"/>
              <a:t> – All attendance records are stored in MySQL, ensuring security and easy retrieval.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/>
              <a:t>Chatbot: </a:t>
            </a:r>
            <a:r>
              <a:rPr lang="en-US" sz="1500" dirty="0"/>
              <a:t>integrates a chatbot for solving user queries efficiently and in real-time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874308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6764B-21BB-C2DC-B5A1-6A2D218B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solidFill>
                  <a:srgbClr val="002060"/>
                </a:solidFill>
              </a:rPr>
              <a:t>Modelling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4D7D337-DA24-F399-F50B-5C847A84F4FF}"/>
              </a:ext>
            </a:extLst>
          </p:cNvPr>
          <p:cNvGrpSpPr/>
          <p:nvPr/>
        </p:nvGrpSpPr>
        <p:grpSpPr>
          <a:xfrm>
            <a:off x="145035" y="881391"/>
            <a:ext cx="8835980" cy="3998903"/>
            <a:chOff x="101490" y="550456"/>
            <a:chExt cx="8835980" cy="3998903"/>
          </a:xfrm>
        </p:grpSpPr>
        <p:sp>
          <p:nvSpPr>
            <p:cNvPr id="2" name="Rectangle: Diagonal Corners Rounded 1">
              <a:extLst>
                <a:ext uri="{FF2B5EF4-FFF2-40B4-BE49-F238E27FC236}">
                  <a16:creationId xmlns:a16="http://schemas.microsoft.com/office/drawing/2014/main" id="{4F6C35B9-444B-ECB5-52A8-4BE418206555}"/>
                </a:ext>
              </a:extLst>
            </p:cNvPr>
            <p:cNvSpPr/>
            <p:nvPr/>
          </p:nvSpPr>
          <p:spPr>
            <a:xfrm>
              <a:off x="101490" y="2434328"/>
              <a:ext cx="1534517" cy="816589"/>
            </a:xfrm>
            <a:prstGeom prst="round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Face Detection</a:t>
              </a:r>
              <a:endParaRPr lang="en-IN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" name="Flowchart: Merge 2">
              <a:extLst>
                <a:ext uri="{FF2B5EF4-FFF2-40B4-BE49-F238E27FC236}">
                  <a16:creationId xmlns:a16="http://schemas.microsoft.com/office/drawing/2014/main" id="{84CA82D6-4874-45B0-A6B4-359E944FF923}"/>
                </a:ext>
              </a:extLst>
            </p:cNvPr>
            <p:cNvSpPr/>
            <p:nvPr/>
          </p:nvSpPr>
          <p:spPr>
            <a:xfrm>
              <a:off x="1961229" y="2386784"/>
              <a:ext cx="1739907" cy="911679"/>
            </a:xfrm>
            <a:prstGeom prst="flowChartMerg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algn="ctr"/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Face </a:t>
              </a:r>
              <a:r>
                <a:rPr lang="en-US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Verificati</a:t>
              </a:r>
              <a:r>
                <a:rPr lang="en-US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-on</a:t>
              </a:r>
              <a:endParaRPr lang="en-IN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7EF651D-9D97-8225-F425-629CDB2FA0E2}"/>
                </a:ext>
              </a:extLst>
            </p:cNvPr>
            <p:cNvSpPr/>
            <p:nvPr/>
          </p:nvSpPr>
          <p:spPr>
            <a:xfrm>
              <a:off x="4232090" y="2386784"/>
              <a:ext cx="2098766" cy="934539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Database Update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A08D972-EE61-6CEE-320B-4BA71C9A3A28}"/>
                </a:ext>
              </a:extLst>
            </p:cNvPr>
            <p:cNvSpPr/>
            <p:nvPr/>
          </p:nvSpPr>
          <p:spPr>
            <a:xfrm>
              <a:off x="4274029" y="550456"/>
              <a:ext cx="2098766" cy="93453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Liveness Detection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2FB113B-7276-AC30-C23D-934F985059B0}"/>
                </a:ext>
              </a:extLst>
            </p:cNvPr>
            <p:cNvSpPr/>
            <p:nvPr/>
          </p:nvSpPr>
          <p:spPr>
            <a:xfrm>
              <a:off x="7422178" y="1057106"/>
              <a:ext cx="1515292" cy="934539"/>
            </a:xfrm>
            <a:prstGeom prst="ellipse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Email Notification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C9C10C-C95D-7671-59EC-4316907D91B4}"/>
                </a:ext>
              </a:extLst>
            </p:cNvPr>
            <p:cNvSpPr/>
            <p:nvPr/>
          </p:nvSpPr>
          <p:spPr>
            <a:xfrm>
              <a:off x="7422178" y="2386784"/>
              <a:ext cx="1515292" cy="934539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Voice Alert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11EB500-33A7-B9AD-6442-F550AE785EED}"/>
                </a:ext>
              </a:extLst>
            </p:cNvPr>
            <p:cNvSpPr/>
            <p:nvPr/>
          </p:nvSpPr>
          <p:spPr>
            <a:xfrm>
              <a:off x="7317008" y="3614820"/>
              <a:ext cx="1515292" cy="934539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Admin Reporting</a:t>
              </a:r>
              <a:endParaRPr lang="en-IN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9B2C2DA-18AA-7F85-9BE9-29A90E74EDD7}"/>
                </a:ext>
              </a:extLst>
            </p:cNvPr>
            <p:cNvCxnSpPr>
              <a:stCxn id="4" idx="3"/>
              <a:endCxn id="7" idx="2"/>
            </p:cNvCxnSpPr>
            <p:nvPr/>
          </p:nvCxnSpPr>
          <p:spPr>
            <a:xfrm flipV="1">
              <a:off x="6330856" y="1524376"/>
              <a:ext cx="1091322" cy="132967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1AEBE4B-6D87-B1F0-1C64-F64E595C046A}"/>
                </a:ext>
              </a:extLst>
            </p:cNvPr>
            <p:cNvCxnSpPr>
              <a:cxnSpLocks/>
              <a:stCxn id="4" idx="3"/>
              <a:endCxn id="8" idx="2"/>
            </p:cNvCxnSpPr>
            <p:nvPr/>
          </p:nvCxnSpPr>
          <p:spPr>
            <a:xfrm>
              <a:off x="6330856" y="2854054"/>
              <a:ext cx="109132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8713DCF-6947-ED76-38BD-59D18B6CFE2F}"/>
                </a:ext>
              </a:extLst>
            </p:cNvPr>
            <p:cNvCxnSpPr>
              <a:cxnSpLocks/>
              <a:stCxn id="4" idx="3"/>
              <a:endCxn id="9" idx="2"/>
            </p:cNvCxnSpPr>
            <p:nvPr/>
          </p:nvCxnSpPr>
          <p:spPr>
            <a:xfrm>
              <a:off x="6330856" y="2854054"/>
              <a:ext cx="986152" cy="122803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759DE6D-D34C-3270-E31B-D0BCF5B9CBD4}"/>
                </a:ext>
              </a:extLst>
            </p:cNvPr>
            <p:cNvSpPr txBox="1"/>
            <p:nvPr/>
          </p:nvSpPr>
          <p:spPr>
            <a:xfrm>
              <a:off x="3162108" y="2818799"/>
              <a:ext cx="1303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Match</a:t>
              </a:r>
              <a:r>
                <a:rPr lang="en-US" dirty="0"/>
                <a:t> Found</a:t>
              </a:r>
              <a:endParaRPr lang="en-IN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4618408-06E4-A47D-87A1-FF49182E7F8F}"/>
                </a:ext>
              </a:extLst>
            </p:cNvPr>
            <p:cNvSpPr txBox="1"/>
            <p:nvPr/>
          </p:nvSpPr>
          <p:spPr>
            <a:xfrm rot="19081385">
              <a:off x="3142302" y="1736319"/>
              <a:ext cx="1303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Real Face</a:t>
              </a:r>
              <a:endParaRPr lang="en-IN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1E8289A-9C13-B812-9B01-1DAEDF08C550}"/>
                </a:ext>
              </a:extLst>
            </p:cNvPr>
            <p:cNvSpPr txBox="1"/>
            <p:nvPr/>
          </p:nvSpPr>
          <p:spPr>
            <a:xfrm rot="18996883">
              <a:off x="2634692" y="1410967"/>
              <a:ext cx="160425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Liveness Detection</a:t>
              </a:r>
              <a:endParaRPr lang="en-IN" sz="12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5DF0DFB-A6DA-A9C0-A6BD-B37A6C20CCE2}"/>
                </a:ext>
              </a:extLst>
            </p:cNvPr>
            <p:cNvSpPr txBox="1"/>
            <p:nvPr/>
          </p:nvSpPr>
          <p:spPr>
            <a:xfrm rot="18639751">
              <a:off x="6485143" y="1830871"/>
              <a:ext cx="86259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Send Mail</a:t>
              </a:r>
              <a:endParaRPr lang="en-IN" sz="12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C7A7E08-EC76-B3A4-B5E6-F4271C1953C7}"/>
                </a:ext>
              </a:extLst>
            </p:cNvPr>
            <p:cNvSpPr txBox="1"/>
            <p:nvPr/>
          </p:nvSpPr>
          <p:spPr>
            <a:xfrm>
              <a:off x="6598501" y="2454333"/>
              <a:ext cx="130356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Voice </a:t>
              </a:r>
            </a:p>
            <a:p>
              <a:r>
                <a:rPr lang="en-US" sz="1100" dirty="0"/>
                <a:t>Notification</a:t>
              </a:r>
              <a:endParaRPr lang="en-IN" sz="11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826CB49-11B8-4BEE-6E61-1BF74ABB7943}"/>
                </a:ext>
              </a:extLst>
            </p:cNvPr>
            <p:cNvSpPr txBox="1"/>
            <p:nvPr/>
          </p:nvSpPr>
          <p:spPr>
            <a:xfrm rot="3239315">
              <a:off x="6191273" y="3570431"/>
              <a:ext cx="13035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Admin Report</a:t>
              </a:r>
              <a:endParaRPr lang="en-IN" sz="1200" dirty="0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A3A7F16-55A3-75CF-6F64-2FBCFD114874}"/>
                </a:ext>
              </a:extLst>
            </p:cNvPr>
            <p:cNvCxnSpPr>
              <a:stCxn id="3" idx="3"/>
              <a:endCxn id="4" idx="1"/>
            </p:cNvCxnSpPr>
            <p:nvPr/>
          </p:nvCxnSpPr>
          <p:spPr>
            <a:xfrm>
              <a:off x="3266159" y="2842624"/>
              <a:ext cx="965931" cy="1143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D3749D6E-5CD4-B97D-6143-3675B0BF61BA}"/>
                </a:ext>
              </a:extLst>
            </p:cNvPr>
            <p:cNvCxnSpPr>
              <a:cxnSpLocks/>
              <a:stCxn id="3" idx="0"/>
              <a:endCxn id="6" idx="1"/>
            </p:cNvCxnSpPr>
            <p:nvPr/>
          </p:nvCxnSpPr>
          <p:spPr>
            <a:xfrm flipV="1">
              <a:off x="2831183" y="1017726"/>
              <a:ext cx="1442846" cy="136905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6DA587F0-BDAB-839F-7F05-BFC90191DF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48000" y="1219200"/>
              <a:ext cx="1226029" cy="116758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389021E6-7BB1-1899-5793-4E8FF43FC668}"/>
                </a:ext>
              </a:extLst>
            </p:cNvPr>
            <p:cNvCxnSpPr>
              <a:stCxn id="2" idx="0"/>
              <a:endCxn id="3" idx="1"/>
            </p:cNvCxnSpPr>
            <p:nvPr/>
          </p:nvCxnSpPr>
          <p:spPr>
            <a:xfrm>
              <a:off x="1636007" y="2842623"/>
              <a:ext cx="760199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5609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6764B-21BB-C2DC-B5A1-6A2D218B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solidFill>
                  <a:srgbClr val="002060"/>
                </a:solidFill>
              </a:rPr>
              <a:t>Result / Outcomes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76431C-C4C1-6A24-618A-9A5E49C23987}"/>
              </a:ext>
            </a:extLst>
          </p:cNvPr>
          <p:cNvSpPr txBox="1"/>
          <p:nvPr/>
        </p:nvSpPr>
        <p:spPr>
          <a:xfrm>
            <a:off x="643467" y="1026193"/>
            <a:ext cx="7852833" cy="354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900" dirty="0"/>
              <a:t> Successfully recognizes and marks attendance for registered individuals with high accuracy.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900" dirty="0"/>
              <a:t> Prevents proxy attendance using liveness detection.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900" dirty="0"/>
              <a:t> Ensures a contactless and secure method of attendance tracking.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900" dirty="0"/>
              <a:t> Stores attendance logs efficiently in a relational database (MySQL).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900" dirty="0"/>
              <a:t> Provides real-time notifications via email and text-to-speech.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900" dirty="0"/>
              <a:t> Scalable for integration with additional authentication methods (</a:t>
            </a:r>
            <a:r>
              <a:rPr lang="en-US" sz="1900" dirty="0" err="1"/>
              <a:t>e.g.,mobile</a:t>
            </a:r>
            <a:r>
              <a:rPr lang="en-US" sz="1900" dirty="0"/>
              <a:t> apps). 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2016077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F6764B-21BB-C2DC-B5A1-6A2D218B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22E5CD-0A4B-6821-98FB-F39861B7F0B7}"/>
              </a:ext>
            </a:extLst>
          </p:cNvPr>
          <p:cNvSpPr txBox="1"/>
          <p:nvPr/>
        </p:nvSpPr>
        <p:spPr>
          <a:xfrm>
            <a:off x="668866" y="939799"/>
            <a:ext cx="7951767" cy="3739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The Face Recognition Based Attendance System is a powerful alternative to traditional attendance methods. 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It reduces human intervention, enhances security, and provides accurate attendance tracking. 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The system is highly scalable and can be integrated into various domains, including education and corporate offices. 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With its liveness detection, it prevents fraud and ensures only genuine users are marked present. 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/>
              <a:t> The addition of automated email notifications and voice alerts enhances usability and accessibility.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30388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8EAFC-3A57-AD7E-8CB9-F8A9F0B4D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EABD15-8138-43E4-DD67-E9ECE24A5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>
                <a:solidFill>
                  <a:srgbClr val="002060"/>
                </a:solidFill>
              </a:rPr>
              <a:t>Future Perspective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D2E015-27CB-26AD-DA5B-5CEDC3D1B57B}"/>
              </a:ext>
            </a:extLst>
          </p:cNvPr>
          <p:cNvSpPr txBox="1"/>
          <p:nvPr/>
        </p:nvSpPr>
        <p:spPr>
          <a:xfrm>
            <a:off x="787398" y="948266"/>
            <a:ext cx="7518400" cy="3739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/>
              <a:t>Potential </a:t>
            </a:r>
            <a:r>
              <a:rPr lang="en-IN" sz="1700" dirty="0"/>
              <a:t>improvements</a:t>
            </a:r>
            <a:r>
              <a:rPr lang="en-IN" sz="1600" dirty="0"/>
              <a:t> and extensions: 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1. Face Recognition</a:t>
            </a:r>
            <a:r>
              <a:rPr lang="en-IN" sz="1600" dirty="0"/>
              <a:t> – Multifactor authentication for enhanced security. 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2. Cloud Based Attendance Management</a:t>
            </a:r>
            <a:r>
              <a:rPr lang="en-IN" sz="1600" dirty="0"/>
              <a:t> – Store attendance records on the cloud for easy access. 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3. Mobile App Integration</a:t>
            </a:r>
            <a:r>
              <a:rPr lang="en-IN" sz="1600" dirty="0"/>
              <a:t> – Enable remote attendance marking via a dedicated mobile app. 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4. Machine Learning for </a:t>
            </a:r>
            <a:r>
              <a:rPr lang="en-IN" sz="1600" b="1" dirty="0" err="1"/>
              <a:t>Behavioral</a:t>
            </a:r>
            <a:r>
              <a:rPr lang="en-IN" sz="1600" b="1" dirty="0"/>
              <a:t> Analysis</a:t>
            </a:r>
            <a:r>
              <a:rPr lang="en-IN" sz="1600" dirty="0"/>
              <a:t> – Track attendance patterns and predict absenteeism.  </a:t>
            </a:r>
          </a:p>
          <a:p>
            <a:pPr>
              <a:lnSpc>
                <a:spcPct val="150000"/>
              </a:lnSpc>
            </a:pPr>
            <a:r>
              <a:rPr lang="en-IN" sz="1600" b="1" dirty="0"/>
              <a:t>5. Multicamera Suppor</a:t>
            </a:r>
            <a:r>
              <a:rPr lang="en-IN" sz="1600" dirty="0"/>
              <a:t>t – Extend the system to support multiple camera inputs for largescale usage. </a:t>
            </a:r>
          </a:p>
        </p:txBody>
      </p:sp>
    </p:spTree>
    <p:extLst>
      <p:ext uri="{BB962C8B-B14F-4D97-AF65-F5344CB8AC3E}">
        <p14:creationId xmlns:p14="http://schemas.microsoft.com/office/powerpoint/2010/main" val="2733696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371653C-5A59-55AF-7592-1B7D2CA0BEA9}"/>
              </a:ext>
            </a:extLst>
          </p:cNvPr>
          <p:cNvSpPr txBox="1"/>
          <p:nvPr/>
        </p:nvSpPr>
        <p:spPr>
          <a:xfrm>
            <a:off x="3166669" y="2193074"/>
            <a:ext cx="2810662" cy="46645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Thank you...!</a:t>
            </a:r>
          </a:p>
        </p:txBody>
      </p:sp>
    </p:spTree>
    <p:extLst>
      <p:ext uri="{BB962C8B-B14F-4D97-AF65-F5344CB8AC3E}">
        <p14:creationId xmlns:p14="http://schemas.microsoft.com/office/powerpoint/2010/main" val="325770188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693</Words>
  <Application>Microsoft Office PowerPoint</Application>
  <PresentationFormat>On-screen Show (16:9)</PresentationFormat>
  <Paragraphs>82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Simple Light</vt:lpstr>
      <vt:lpstr>PowerPoint Presentation</vt:lpstr>
      <vt:lpstr>Project Objectives</vt:lpstr>
      <vt:lpstr>Problem Statement</vt:lpstr>
      <vt:lpstr>Project overview  Introduction</vt:lpstr>
      <vt:lpstr>End User</vt:lpstr>
      <vt:lpstr>Wow Factor in Solution</vt:lpstr>
      <vt:lpstr>Modelling</vt:lpstr>
      <vt:lpstr>Result / Outcomes</vt:lpstr>
      <vt:lpstr>Conclusion</vt:lpstr>
      <vt:lpstr>Future Perspective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Ajay Kumar</cp:lastModifiedBy>
  <cp:revision>13</cp:revision>
  <dcterms:modified xsi:type="dcterms:W3CDTF">2025-04-04T05:48:25Z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